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5C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0999B-7C21-8C66-765C-C42098719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53F1F1-3A8A-E201-879C-2F5C7DABB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AD1B65-D7E6-B14B-FAB8-5DA40D9F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0299F-9BE2-6D40-13AE-7C4CEA9B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DDEFC1-719E-1FB6-3740-9926A1DE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55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EB39F-867F-90EE-BEE1-FCE8BC38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231EE-19DB-CE8D-1807-015FC4696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961BE4-7991-4AF6-91F9-1FFBA864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FA1D4D-773C-A153-E24A-B69E8B43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1F5C6C-4189-1582-D6A5-DCC2B380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56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A8248-04B2-4C82-0470-FE64E7C8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1F1A18-3547-5EE5-6D31-5211AE426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782B1B-3427-1CD5-1F31-CF3AAA74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96D32D-6252-D21A-1F0C-C1DFEED8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17C022-8002-C88C-28C9-E0962C7A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59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66A9E-AC24-CFD6-6BD0-4B03D3B8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0300B0-FFFB-3AFA-E218-613879288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76637F-6FD2-3EC3-D8B2-9018812EF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A988A9-7441-2C7E-491F-098042C8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EB94DA-F591-6180-DE96-B01CEDA5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C04B25-AD66-EF9A-BE12-B4A857E3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40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BEE05-178A-F7AC-6D4B-FB33C339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103984-8CB8-A5FA-9FC7-1625D7E0D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89FA57-52EE-88C2-CE23-F5E41E88D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15C060-921B-80BD-1DDB-1E517CB99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9F72DFE-AE2B-C3CA-828D-80F8E8A38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F3F0EC4-061B-9FC5-CD2A-EE7C2F3D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338210-9A63-4ABC-F3C9-C34C443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D0C860D-BA00-41FF-4099-F527DFE0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566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29C42-25AE-3AE0-9B56-596642B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782432-A7F6-2BAF-7742-14D50F72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F51879-4FF0-CCEE-1C6F-43C419EA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C25295-C8FE-2E59-248A-C76D1F75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88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ACE4C3-856E-6A12-52C6-F8AF5DBDD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A47234-4C8D-B199-016D-F3882BE4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CF1FB3-30B4-C634-63FB-7B2946E8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61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A46EF-3B8A-EAAA-A6A5-40EDA6A1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F111C8-633A-7A91-49A3-D0712E4E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4701FA-F89C-980B-9FB9-38F7FB660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8EA661-2F0C-E117-8975-235FF839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80F124-A971-1322-2306-7EA34AA1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33ABB3-A15B-DE67-30B0-023C5737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30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AF7C4-0AC9-4945-BC16-FE0BFE0DE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20D7D2B-3C90-1A32-C7E9-898DEE58A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B756DB-E893-8BDA-7000-59F005F11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93BA5A-D667-25D8-AB95-9BCB6EE2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86F8B2-5F97-DE3B-D84A-09215004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8CBBA-9F32-9E32-133E-977067D5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60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686F5-F7CC-BA8E-85F1-A72453F8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37493F-D314-66B9-FE00-24542E782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D083A7-5871-2C13-007C-15307950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A4494C-9F43-C07D-4995-3D20B0D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FBA70D-AAD0-1A8E-CEB7-487588BE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54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C505928-CD2C-F109-D260-9F78EFED8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2055F58-5ECF-4B67-C502-4519E677D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63E413-BAD8-BBEB-758B-BE0B1F15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79EE74-9A23-BF8A-BC45-47436992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BBFD44-66BB-83B1-AEDF-4010FFFC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86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0CE174-A316-9AEB-D9E8-DD63734E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F4378A-1DCD-3F81-1244-B837C0B2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5EEBBB-088D-6A3F-880F-2BB3661A1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B5BF6-1B80-4230-87A4-159B023E2069}" type="datetimeFigureOut">
              <a:rPr lang="de-DE" smtClean="0"/>
              <a:t>28.05.2025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165FC4-06DF-E1F2-4B18-3CD35634E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44802F-27AB-0960-02C6-324581350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98F0A-62FF-4A27-947C-7783AE0A8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14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05C5E05B-A996-9D07-D1DA-493177ED01F1}"/>
              </a:ext>
            </a:extLst>
          </p:cNvPr>
          <p:cNvSpPr txBox="1"/>
          <p:nvPr/>
        </p:nvSpPr>
        <p:spPr>
          <a:xfrm>
            <a:off x="1685961" y="974018"/>
            <a:ext cx="1307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Login View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5A00614-4C8E-80AA-D71A-2A27481C98B2}"/>
              </a:ext>
            </a:extLst>
          </p:cNvPr>
          <p:cNvSpPr txBox="1"/>
          <p:nvPr/>
        </p:nvSpPr>
        <p:spPr>
          <a:xfrm>
            <a:off x="955876" y="1343350"/>
            <a:ext cx="27677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Benutzer, die ein bereits über ein Konto verfügen, können sich in der Login View in ihrem Konto anmelden.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16CC0F4-9496-7ABF-FBE9-F0403B72DDF1}"/>
              </a:ext>
            </a:extLst>
          </p:cNvPr>
          <p:cNvSpPr txBox="1"/>
          <p:nvPr/>
        </p:nvSpPr>
        <p:spPr>
          <a:xfrm>
            <a:off x="1806183" y="403731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Register View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AA00EA4-E1C9-62FA-1725-60095ABF0D92}"/>
              </a:ext>
            </a:extLst>
          </p:cNvPr>
          <p:cNvSpPr txBox="1"/>
          <p:nvPr/>
        </p:nvSpPr>
        <p:spPr>
          <a:xfrm>
            <a:off x="1076098" y="4406651"/>
            <a:ext cx="276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Benutzer, die noch kein Konto besitzen, können sich in der Login View in ihrem Konto anmelden.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80F352A-CDC8-E478-A935-91FBF0EB72B3}"/>
              </a:ext>
            </a:extLst>
          </p:cNvPr>
          <p:cNvSpPr txBox="1"/>
          <p:nvPr/>
        </p:nvSpPr>
        <p:spPr>
          <a:xfrm>
            <a:off x="7073508" y="4037319"/>
            <a:ext cx="1498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Upload View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B004BFD-A966-C5E7-663F-D30CFDECA25C}"/>
              </a:ext>
            </a:extLst>
          </p:cNvPr>
          <p:cNvSpPr txBox="1"/>
          <p:nvPr/>
        </p:nvSpPr>
        <p:spPr>
          <a:xfrm>
            <a:off x="6343423" y="4406651"/>
            <a:ext cx="276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Hier können Nutzende zu Spielen, die sie besucht haben, Foto- und Videomaterial hochladen.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F49F91D-F068-E493-DBAB-6B31841A93D3}"/>
              </a:ext>
            </a:extLst>
          </p:cNvPr>
          <p:cNvSpPr txBox="1"/>
          <p:nvPr/>
        </p:nvSpPr>
        <p:spPr>
          <a:xfrm>
            <a:off x="6704151" y="527351"/>
            <a:ext cx="2275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Spielübersicht View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D6D1840-AB63-8500-6E0B-BA644B38107A}"/>
              </a:ext>
            </a:extLst>
          </p:cNvPr>
          <p:cNvSpPr txBox="1"/>
          <p:nvPr/>
        </p:nvSpPr>
        <p:spPr>
          <a:xfrm>
            <a:off x="6372000" y="896683"/>
            <a:ext cx="2767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Hier können Nutzende vergangene Spiele abrufen und die spannendsten Momente erneut erleben. Über die Leiste unten lässt sich zu Upload- und QR-Code View wechseln.</a:t>
            </a:r>
          </a:p>
        </p:txBody>
      </p:sp>
      <p:pic>
        <p:nvPicPr>
          <p:cNvPr id="36" name="Grafik 35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78DC2F61-A450-6201-73D7-6122061E4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993" y="3665428"/>
            <a:ext cx="1462432" cy="2877991"/>
          </a:xfrm>
          <a:prstGeom prst="rect">
            <a:avLst/>
          </a:prstGeom>
        </p:spPr>
      </p:pic>
      <p:pic>
        <p:nvPicPr>
          <p:cNvPr id="38" name="Grafik 37" descr="Ein Bild, das Screenshot, Text, Logo, Symbol enthält.&#10;&#10;KI-generierte Inhalte können fehlerhaft sein.">
            <a:extLst>
              <a:ext uri="{FF2B5EF4-FFF2-40B4-BE49-F238E27FC236}">
                <a16:creationId xmlns:a16="http://schemas.microsoft.com/office/drawing/2014/main" id="{C292FEF3-74CF-854B-6D25-2F2BA1B0E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842" y="276175"/>
            <a:ext cx="1553630" cy="2957934"/>
          </a:xfrm>
          <a:prstGeom prst="rect">
            <a:avLst/>
          </a:prstGeom>
        </p:spPr>
      </p:pic>
      <p:pic>
        <p:nvPicPr>
          <p:cNvPr id="40" name="Grafik 39" descr="Ein Bild, das Text, Screenshot, Handy, Kommunikationsgerät enthält.&#10;&#10;KI-generierte Inhalte können fehlerhaft sein.">
            <a:extLst>
              <a:ext uri="{FF2B5EF4-FFF2-40B4-BE49-F238E27FC236}">
                <a16:creationId xmlns:a16="http://schemas.microsoft.com/office/drawing/2014/main" id="{D31C4F65-897B-4FFD-950C-131C50484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193" y="285441"/>
            <a:ext cx="1517813" cy="2996873"/>
          </a:xfrm>
          <a:prstGeom prst="rect">
            <a:avLst/>
          </a:prstGeom>
        </p:spPr>
      </p:pic>
      <p:pic>
        <p:nvPicPr>
          <p:cNvPr id="42" name="Grafik 41" descr="Ein Bild, das Text, Screenshot, Handy, mobiles Gerät enthält.&#10;&#10;KI-generierte Inhalte können fehlerhaft sein.">
            <a:extLst>
              <a:ext uri="{FF2B5EF4-FFF2-40B4-BE49-F238E27FC236}">
                <a16:creationId xmlns:a16="http://schemas.microsoft.com/office/drawing/2014/main" id="{3FAA2936-D152-7D9E-4537-C5CB18AE0A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332" y="3575683"/>
            <a:ext cx="1528949" cy="3074553"/>
          </a:xfrm>
          <a:prstGeom prst="rect">
            <a:avLst/>
          </a:prstGeom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7D567674-CEDB-0DC8-D9F6-01DF908C8D7F}"/>
              </a:ext>
            </a:extLst>
          </p:cNvPr>
          <p:cNvSpPr/>
          <p:nvPr/>
        </p:nvSpPr>
        <p:spPr>
          <a:xfrm>
            <a:off x="3993842" y="3552825"/>
            <a:ext cx="1587049" cy="112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5002420-0C1F-7EEF-39B1-A78976CA66BD}"/>
              </a:ext>
            </a:extLst>
          </p:cNvPr>
          <p:cNvSpPr/>
          <p:nvPr/>
        </p:nvSpPr>
        <p:spPr>
          <a:xfrm>
            <a:off x="3977132" y="6547318"/>
            <a:ext cx="1587049" cy="112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722657A-E751-B774-5135-6ABDDAE93F72}"/>
              </a:ext>
            </a:extLst>
          </p:cNvPr>
          <p:cNvSpPr/>
          <p:nvPr/>
        </p:nvSpPr>
        <p:spPr>
          <a:xfrm>
            <a:off x="10743281" y="3506305"/>
            <a:ext cx="55957" cy="32321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E548165-6E9E-A93D-D613-C373D993D050}"/>
              </a:ext>
            </a:extLst>
          </p:cNvPr>
          <p:cNvSpPr/>
          <p:nvPr/>
        </p:nvSpPr>
        <p:spPr>
          <a:xfrm>
            <a:off x="9173864" y="3552825"/>
            <a:ext cx="55957" cy="32321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242C68E9-D5EC-5732-8C03-873CC018C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466" y="3981770"/>
            <a:ext cx="450668" cy="48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4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RWTH Aachen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Ott, Martin</dc:creator>
  <cp:lastModifiedBy>Ott, Martin</cp:lastModifiedBy>
  <cp:revision>1</cp:revision>
  <dcterms:created xsi:type="dcterms:W3CDTF">2025-05-28T06:49:02Z</dcterms:created>
  <dcterms:modified xsi:type="dcterms:W3CDTF">2025-05-28T07:17:43Z</dcterms:modified>
</cp:coreProperties>
</file>